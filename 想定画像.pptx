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4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05:24:28.57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9090 3646 24575,'-137'73'-722,"-4"-5"1,-190 64-1,-316 42-217,430-128 943,-260 51-1230,-5-29 930,-406-28 489,631-34-754,-1690 9-4386,1382-16 4367,440 0 876,0-5 0,-226-40 0,291 33-28,1-3 0,0-2 0,1-3 0,1-3 0,1-2 1,2-2-1,-90-63 0,70 36 3416,-100-80-1307,62 37-2140,5-5 0,-115-142 1,87 73-685,-139-233 1,121 148 446,-43-66 0,-10-17-308,171 283 523,16 24 116,-40-51 1,44 66-253,1 0 0,-14-22 0,24 32-30,0 0 0,0-1 0,1 1 0,0 0 0,1-1 0,0 0 0,0 1 0,-1-17 0,1-6 44,2-1 0,6-59 1,-3 76-86,0 1 1,0 0-1,1 0 1,1 0-1,1 1 1,0-1-1,0 1 1,14-19-1,-2 8-72,1 1 0,2 0 0,0 2 0,1 0 0,28-18 1,132-82-475,-120 83 484,66-37-788,3 5-1,4 7 1,189-63 0,-94 42 478,-91 30-221,223-54 0,53 7 585,-234 54 0,785-148-2566,-287 136 1493,4 50 1468,-650 9 543,5 0-751,37 4 0,-63-2 41,0 0-1,0 0 1,0 1-1,-1 1 0,0 0 1,1 1-1,13 7 1,72 47 132,99 54-379,182 68 1806,511 148-3196,-707-275 957,11 5 185,67 25-224,-205-64 798,0 2-1,54 31 0,-79-38 158,-1 1-1,0 2 1,-1 0-1,-2 2 1,29 27-1,-45-37-277,-1 0-1,0 1 1,0-1-1,-1 2 0,0-1 1,-1 1-1,-1 1 0,0-1 1,0 1-1,-2 0 1,1 0-1,-1 0 0,-1 1 1,3 27-1,57 606-4713,-34-471 3904,8-1 0,63 181 0,-72-263 624,5-2 0,58 115 0,26 25 653,-112-221-336,0 1 1,-1 0-1,0 0 0,-1 0 1,0 0-1,-1 0 0,2 22 1,-3 5 1022,-3 41-1,-1-18-810,4 50-529,-3 76 0,0-169 0,-1-1 0,0 0 0,-2 0 0,0 0 0,0 0 0,-2 0 0,0-1 0,-1-1 0,-13 22 0,-14 13 0,-57 64 0,17-22 0,46-53 0,-2-2 0,-2-1 0,-1-1 0,-59 45 0,-47 15 0,116-82 0,-2 0 0,1-1 0,-54 15 0,-135 23 0,185-45-455,-1-2 0,-49 0 0,56-3-6371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05:24:29.95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3923 224 24575,'-37'0'0,"-73"-3"0,93 2 0,0-2 0,1 0 0,0-1 0,-27-9 0,-56-25 0,-2 4 0,-194-37 0,99 44-284,-1 10-1,-201 7 0,35 10-484,-270 4-1294,557 0 2030,1 4 0,-1 3 0,2 3 0,-135 45 1,137-35 182,0 2 1,2 4 0,-79 47-1,97-41 523,2 2-1,-79 77 0,97-84-585,21-21-11,1 1 1,0 0-1,1 0 0,1 1 1,0 0-1,0 1 0,1 0 0,1 0 1,0 0-1,1 1 0,0 0 0,1 0 1,1 0-1,-3 29 0,2-22-76,0 0 0,-2 0 0,0 0 0,-10 20 0,-8 26 0,9-20 0,5-20 0,2 0 0,1 0 0,-5 41 0,0 43 0,-5 60 0,15 433 0,4-303 0,-2-165-1365,0-112-5461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8420CE-DCFF-434C-ABC5-A7438A772A54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BC9EBB-6DC8-4807-AA44-A0785AC576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5482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BC9EBB-6DC8-4807-AA44-A0785AC576BE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4168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84B5C9-883E-2B00-A241-F9407A133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AE0A4A3-A591-D4E7-7ECF-9FC6ECEB13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0439E5-E126-DA72-41F8-8FF74528A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2C2E1-0A89-428D-9C21-246C08B1F23A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7702EC-3EC5-40D8-F1D8-D971EDDBF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CC4FF3-B6FE-B92F-B1B6-24C980F8F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7995-50C2-4CC1-84CD-F783C559D1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4643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8470FB-3681-F1F1-96D2-7D085E1BE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944E51-F997-6501-67DA-A41AD88DD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9A39D0-87E9-8A00-D921-52F191DFE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2C2E1-0A89-428D-9C21-246C08B1F23A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0824BD-D50F-87DF-F458-F1BB7D35E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0AA4A6-C81F-15EB-8F27-6B7F593A6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7995-50C2-4CC1-84CD-F783C559D1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4764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37CD05-10AD-6039-0FBF-1CBA80AB5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F486342-FFBF-7E33-FFDB-E12F33A85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E9B173-8249-0B8E-5271-52AAA3F68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2C2E1-0A89-428D-9C21-246C08B1F23A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213EAE-B1CC-CEB0-16D1-E0C291D6C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1188C8-DE8B-5EFA-202E-FAD337A4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7995-50C2-4CC1-84CD-F783C559D1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8183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D3D1BB-91E5-ABD6-C937-2F8208E12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11D17D-B234-89DC-B97D-4365A58DA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AE5C5BB-D619-326B-87CC-574A5B5196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CEB125-A645-3352-71CF-A96D2D183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2C2E1-0A89-428D-9C21-246C08B1F23A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E999535-F971-D39A-1068-D6E430ABB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6C0213-B1FE-7B46-F46C-963F4B28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7995-50C2-4CC1-84CD-F783C559D1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256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CEFB03-2ED1-7949-4384-43F924A2E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00DEBD0-EFD5-BB0B-E43A-8F11408C3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2BF1494-567C-C135-D45B-91AA9A5A6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8280DE3-9EDB-076D-CE9F-40585CCA57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EFAFA8D-6818-4382-5C5E-7EC68926B0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87D31B6-1267-818E-EB5E-EE566FCC2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2C2E1-0A89-428D-9C21-246C08B1F23A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B51E7A7-F63D-DFCA-9A09-C18F8FBE4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3CB8872-DF79-F3CF-28AC-ADB03B3E6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7995-50C2-4CC1-84CD-F783C559D1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212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8CDABA-CCAB-94CC-9876-62F3EF689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EBDB498-30C0-30F1-6CDB-7A8839FEB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2C2E1-0A89-428D-9C21-246C08B1F23A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A340316-F876-0E4F-ACE8-7BAF4B2E1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2577070-F694-3882-23E0-6A05AE2A5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7995-50C2-4CC1-84CD-F783C559D1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7813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A39F8A4-774C-67ED-E657-E51A7FD6F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2C2E1-0A89-428D-9C21-246C08B1F23A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4CC61FE-955F-CE67-9485-74F7A18CA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4E28CF4-D8B8-3B3B-DEA5-236ABACCB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7995-50C2-4CC1-84CD-F783C559D1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4962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3BB86F-C27E-FCAA-E19D-1570A7E7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168709-219E-7B3B-E643-B65C7563F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740B5FD-732D-EF38-DBB7-BF6A7DDF9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710D68A-96EC-7D12-4CC6-863AA2C6B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2C2E1-0A89-428D-9C21-246C08B1F23A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1E90FB7-2DF4-2D7D-3231-C8655346F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6042318-9C14-88BF-C8EF-6C8859BB6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7995-50C2-4CC1-84CD-F783C559D1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2282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BB2707-86F6-50A7-3292-DE41C3509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11E0901-BABD-B087-CFED-A465B2E162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950FD8C-A512-3C11-2CFC-ACA718A21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4815F76-5A66-B065-9495-0C0A10F51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2C2E1-0A89-428D-9C21-246C08B1F23A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88E3F9E-C957-68AF-60B7-D63DD572E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9C2387-F091-DB7B-2FCA-CC4E80F3D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7995-50C2-4CC1-84CD-F783C559D1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1748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E01845-316C-636A-B53B-377DC5F31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99B17CF-4BF8-3B38-62BF-0F097DF2F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8089D4-7101-3CAE-5689-E1D53A87E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2C2E1-0A89-428D-9C21-246C08B1F23A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E8E0B2-359B-1372-EABA-0477C01E6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2E1FD4-E986-427C-A86F-B81B964E1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7995-50C2-4CC1-84CD-F783C559D1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493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3CBCB2C-E75D-20B9-CB45-35EEBDDC8D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7F38406-2F4E-2125-E129-41B3D910A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74A20C-FAF8-FB71-5DD6-01CF98148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2C2E1-0A89-428D-9C21-246C08B1F23A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7EE283-C2D0-4FA4-9F19-BD88B7F5E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83AE6E-4487-0AE1-33AB-922D17B7E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F7995-50C2-4CC1-84CD-F783C559D1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6802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7CB5132-2E01-20E2-16A0-798C5FB34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59E4C98-65C5-0D93-E323-AC8B7A009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8238A7-837D-7B3B-C8B8-6EAF30511E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32C2E1-0A89-428D-9C21-246C08B1F23A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60DA27-4483-4E3E-FDC5-C55F80982A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11D254-1D6A-33F1-2E07-8A808A353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7F7995-50C2-4CC1-84CD-F783C559D1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4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customXml" Target="../ink/ink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6DBFE67-1718-F0CA-1EF1-0CD3613FCAD4}"/>
              </a:ext>
            </a:extLst>
          </p:cNvPr>
          <p:cNvSpPr/>
          <p:nvPr/>
        </p:nvSpPr>
        <p:spPr>
          <a:xfrm>
            <a:off x="1651139" y="3232631"/>
            <a:ext cx="3008658" cy="895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7883B89-431D-7F4F-584E-414970E71152}"/>
              </a:ext>
            </a:extLst>
          </p:cNvPr>
          <p:cNvSpPr txBox="1"/>
          <p:nvPr/>
        </p:nvSpPr>
        <p:spPr>
          <a:xfrm>
            <a:off x="4838700" y="433734"/>
            <a:ext cx="2514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 err="1"/>
              <a:t>TodoApp</a:t>
            </a:r>
            <a:endParaRPr kumimoji="1" lang="ja-JP" altLang="en-US" sz="40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FFA948-85E2-123B-BFC5-4FDC48129388}"/>
              </a:ext>
            </a:extLst>
          </p:cNvPr>
          <p:cNvSpPr/>
          <p:nvPr/>
        </p:nvSpPr>
        <p:spPr>
          <a:xfrm>
            <a:off x="7697444" y="3232631"/>
            <a:ext cx="3008658" cy="895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EB4B4F-7708-3BD8-778D-F1BF5A6F536A}"/>
              </a:ext>
            </a:extLst>
          </p:cNvPr>
          <p:cNvSpPr txBox="1"/>
          <p:nvPr/>
        </p:nvSpPr>
        <p:spPr>
          <a:xfrm>
            <a:off x="1665635" y="3296984"/>
            <a:ext cx="30086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/>
              <a:t>既存のデータベースを参照する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254EAAD-B418-1DB4-EBE6-0BE5F38A75ED}"/>
              </a:ext>
            </a:extLst>
          </p:cNvPr>
          <p:cNvSpPr txBox="1"/>
          <p:nvPr/>
        </p:nvSpPr>
        <p:spPr>
          <a:xfrm>
            <a:off x="7682949" y="3264807"/>
            <a:ext cx="30086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/>
              <a:t>新規</a:t>
            </a:r>
            <a:r>
              <a:rPr kumimoji="1" lang="ja-JP" altLang="en-US" sz="2400" dirty="0"/>
              <a:t>データベース</a:t>
            </a:r>
            <a:endParaRPr kumimoji="1" lang="en-US" altLang="ja-JP" sz="2400" dirty="0"/>
          </a:p>
          <a:p>
            <a:pPr algn="ctr"/>
            <a:r>
              <a:rPr lang="ja-JP" altLang="en-US" sz="2400" dirty="0"/>
              <a:t>を作成する</a:t>
            </a:r>
            <a:endParaRPr kumimoji="1" lang="ja-JP" altLang="en-US" sz="24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FE7258A-CD82-96ED-132B-34C9B9E18464}"/>
              </a:ext>
            </a:extLst>
          </p:cNvPr>
          <p:cNvSpPr txBox="1"/>
          <p:nvPr/>
        </p:nvSpPr>
        <p:spPr>
          <a:xfrm>
            <a:off x="1132235" y="5019766"/>
            <a:ext cx="38472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/>
              <a:t>Microsoft</a:t>
            </a:r>
            <a:r>
              <a:rPr lang="ja-JP" altLang="en-US" sz="2400" dirty="0"/>
              <a:t> </a:t>
            </a:r>
            <a:r>
              <a:rPr lang="en-US" altLang="ja-JP" sz="2400" dirty="0"/>
              <a:t>Access</a:t>
            </a:r>
            <a:r>
              <a:rPr lang="ja-JP" altLang="en-US" sz="2400" dirty="0"/>
              <a:t> </a:t>
            </a:r>
            <a:r>
              <a:rPr lang="en-US" altLang="ja-JP" sz="2400" dirty="0" err="1"/>
              <a:t>DataBase</a:t>
            </a:r>
            <a:r>
              <a:rPr lang="ja-JP" altLang="en-US" sz="2400" dirty="0"/>
              <a:t>ファイルを参照</a:t>
            </a:r>
            <a:endParaRPr kumimoji="1" lang="ja-JP" altLang="en-US" sz="24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E3481D0-75EA-9880-1DF8-836011395FC3}"/>
              </a:ext>
            </a:extLst>
          </p:cNvPr>
          <p:cNvSpPr txBox="1"/>
          <p:nvPr/>
        </p:nvSpPr>
        <p:spPr>
          <a:xfrm>
            <a:off x="7108965" y="5019765"/>
            <a:ext cx="38472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/>
              <a:t>任意のフォルダーを参照し、</a:t>
            </a:r>
            <a:r>
              <a:rPr kumimoji="1" lang="en-US" altLang="ja-JP" sz="2400" dirty="0"/>
              <a:t>MAD</a:t>
            </a:r>
            <a:r>
              <a:rPr kumimoji="1" lang="ja-JP" altLang="en-US" sz="2400" dirty="0"/>
              <a:t>ファイルを作成する</a:t>
            </a:r>
          </a:p>
        </p:txBody>
      </p:sp>
      <p:sp>
        <p:nvSpPr>
          <p:cNvPr id="12" name="矢印: 下 11">
            <a:extLst>
              <a:ext uri="{FF2B5EF4-FFF2-40B4-BE49-F238E27FC236}">
                <a16:creationId xmlns:a16="http://schemas.microsoft.com/office/drawing/2014/main" id="{1C40D8FE-EBAC-974B-9A77-EAB6C6CEE535}"/>
              </a:ext>
            </a:extLst>
          </p:cNvPr>
          <p:cNvSpPr/>
          <p:nvPr/>
        </p:nvSpPr>
        <p:spPr>
          <a:xfrm>
            <a:off x="2832652" y="4127981"/>
            <a:ext cx="556591" cy="8917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矢印: 下 12">
            <a:extLst>
              <a:ext uri="{FF2B5EF4-FFF2-40B4-BE49-F238E27FC236}">
                <a16:creationId xmlns:a16="http://schemas.microsoft.com/office/drawing/2014/main" id="{9235A648-93BB-1F96-F3C4-808BB229B8FE}"/>
              </a:ext>
            </a:extLst>
          </p:cNvPr>
          <p:cNvSpPr/>
          <p:nvPr/>
        </p:nvSpPr>
        <p:spPr>
          <a:xfrm>
            <a:off x="8923477" y="4144069"/>
            <a:ext cx="556591" cy="8917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BB9C7F7-A7D4-7DE3-A2A0-9A717E2A58F0}"/>
              </a:ext>
            </a:extLst>
          </p:cNvPr>
          <p:cNvSpPr txBox="1"/>
          <p:nvPr/>
        </p:nvSpPr>
        <p:spPr>
          <a:xfrm>
            <a:off x="72472" y="176240"/>
            <a:ext cx="3008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/>
              <a:t>初回登録画面</a:t>
            </a:r>
          </a:p>
        </p:txBody>
      </p:sp>
    </p:spTree>
    <p:extLst>
      <p:ext uri="{BB962C8B-B14F-4D97-AF65-F5344CB8AC3E}">
        <p14:creationId xmlns:p14="http://schemas.microsoft.com/office/powerpoint/2010/main" val="2335508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88B699A-4D52-5DAD-6103-82EB34208CDA}"/>
              </a:ext>
            </a:extLst>
          </p:cNvPr>
          <p:cNvSpPr txBox="1"/>
          <p:nvPr/>
        </p:nvSpPr>
        <p:spPr>
          <a:xfrm>
            <a:off x="72472" y="176240"/>
            <a:ext cx="3008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/>
              <a:t>起動時小</a:t>
            </a:r>
            <a:r>
              <a:rPr lang="en-US" altLang="ja-JP" sz="2400" dirty="0"/>
              <a:t>window</a:t>
            </a:r>
            <a:endParaRPr kumimoji="1" lang="ja-JP" altLang="en-US" sz="2400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541C49F-CD38-4465-BAFA-308035E59C20}"/>
              </a:ext>
            </a:extLst>
          </p:cNvPr>
          <p:cNvSpPr/>
          <p:nvPr/>
        </p:nvSpPr>
        <p:spPr>
          <a:xfrm>
            <a:off x="2564296" y="1530626"/>
            <a:ext cx="7017026" cy="39955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0734B2B-E8A4-E5B5-FF10-04DA0E92C646}"/>
              </a:ext>
            </a:extLst>
          </p:cNvPr>
          <p:cNvSpPr txBox="1"/>
          <p:nvPr/>
        </p:nvSpPr>
        <p:spPr>
          <a:xfrm>
            <a:off x="2564296" y="1068961"/>
            <a:ext cx="3008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/>
              <a:t>小</a:t>
            </a:r>
            <a:r>
              <a:rPr lang="en-US" altLang="ja-JP" sz="2400" dirty="0"/>
              <a:t>window</a:t>
            </a:r>
            <a:r>
              <a:rPr lang="ja-JP" altLang="en-US" sz="2400" dirty="0"/>
              <a:t>枠</a:t>
            </a:r>
            <a:endParaRPr kumimoji="1" lang="ja-JP" altLang="en-US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A06DB61-B16E-C285-9F35-EA39349DC665}"/>
              </a:ext>
            </a:extLst>
          </p:cNvPr>
          <p:cNvSpPr txBox="1"/>
          <p:nvPr/>
        </p:nvSpPr>
        <p:spPr>
          <a:xfrm>
            <a:off x="8242853" y="407072"/>
            <a:ext cx="30086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/>
              <a:t>ちょっとした</a:t>
            </a:r>
            <a:endParaRPr kumimoji="1" lang="en-US" altLang="ja-JP" sz="2400" dirty="0"/>
          </a:p>
          <a:p>
            <a:pPr algn="ctr"/>
            <a:r>
              <a:rPr kumimoji="1" lang="ja-JP" altLang="en-US" sz="2400" dirty="0"/>
              <a:t>アニメーション</a:t>
            </a: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E952A4AA-AC6D-9D9D-4169-87F33877CF88}"/>
              </a:ext>
            </a:extLst>
          </p:cNvPr>
          <p:cNvGrpSpPr/>
          <p:nvPr/>
        </p:nvGrpSpPr>
        <p:grpSpPr>
          <a:xfrm>
            <a:off x="7194929" y="19503"/>
            <a:ext cx="3986280" cy="1730520"/>
            <a:chOff x="7194929" y="19503"/>
            <a:chExt cx="3986280" cy="173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8" name="インク 7">
                  <a:extLst>
                    <a:ext uri="{FF2B5EF4-FFF2-40B4-BE49-F238E27FC236}">
                      <a16:creationId xmlns:a16="http://schemas.microsoft.com/office/drawing/2014/main" id="{D5309FF1-F2D4-E6EF-4CEE-15550F2AA592}"/>
                    </a:ext>
                  </a:extLst>
                </p14:cNvPr>
                <p14:cNvContentPartPr/>
                <p14:nvPr/>
              </p14:nvContentPartPr>
              <p14:xfrm>
                <a:off x="7908809" y="19503"/>
                <a:ext cx="3272400" cy="1730520"/>
              </p14:xfrm>
            </p:contentPart>
          </mc:Choice>
          <mc:Fallback>
            <p:pic>
              <p:nvPicPr>
                <p:cNvPr id="8" name="インク 7">
                  <a:extLst>
                    <a:ext uri="{FF2B5EF4-FFF2-40B4-BE49-F238E27FC236}">
                      <a16:creationId xmlns:a16="http://schemas.microsoft.com/office/drawing/2014/main" id="{D5309FF1-F2D4-E6EF-4CEE-15550F2AA59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902689" y="13383"/>
                  <a:ext cx="3284640" cy="174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9" name="インク 8">
                  <a:extLst>
                    <a:ext uri="{FF2B5EF4-FFF2-40B4-BE49-F238E27FC236}">
                      <a16:creationId xmlns:a16="http://schemas.microsoft.com/office/drawing/2014/main" id="{45ADCD00-B5A3-60BB-164A-746ADB6B446E}"/>
                    </a:ext>
                  </a:extLst>
                </p14:cNvPr>
                <p14:cNvContentPartPr/>
                <p14:nvPr/>
              </p14:nvContentPartPr>
              <p14:xfrm>
                <a:off x="7194929" y="833823"/>
                <a:ext cx="1412640" cy="875160"/>
              </p14:xfrm>
            </p:contentPart>
          </mc:Choice>
          <mc:Fallback>
            <p:pic>
              <p:nvPicPr>
                <p:cNvPr id="9" name="インク 8">
                  <a:extLst>
                    <a:ext uri="{FF2B5EF4-FFF2-40B4-BE49-F238E27FC236}">
                      <a16:creationId xmlns:a16="http://schemas.microsoft.com/office/drawing/2014/main" id="{45ADCD00-B5A3-60BB-164A-746ADB6B446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188809" y="827703"/>
                  <a:ext cx="1424880" cy="887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05772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ワイド画面</PresentationFormat>
  <Paragraphs>12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yamamoto.h</dc:creator>
  <cp:lastModifiedBy>catapult typeR</cp:lastModifiedBy>
  <cp:revision>1</cp:revision>
  <dcterms:created xsi:type="dcterms:W3CDTF">2026-06-12T05:24:46Z</dcterms:created>
  <dcterms:modified xsi:type="dcterms:W3CDTF">2026-06-12T05:25:17Z</dcterms:modified>
</cp:coreProperties>
</file>